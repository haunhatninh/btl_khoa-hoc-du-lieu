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Phân tích thị trường phim chiếu rạp tại Việt Nam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Môn học: Khoa học Dữ liệu</a:t>
            </a:r>
          </a:p>
          <a:p>
            <a:r>
              <a:t>Thực hiện bởi: </a:t>
            </a:r>
            <a:r>
              <a:rPr lang="en-US"/>
              <a:t>Hầu Nhật Ninh</a:t>
            </a:r>
            <a:br>
              <a:rPr lang="en-US"/>
            </a:br>
            <a:r>
              <a:rPr lang="en-US"/>
              <a:t>K58KTP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Thị trường điện ảnh VN phát triển mạnh, nhiều phim 'trăm tỷ'.</a:t>
            </a:r>
          </a:p>
          <a:p>
            <a:pPr>
              <a:defRPr sz="2400"/>
            </a:pPr>
            <a:r>
              <a:t>Yếu tố nào quyết định thành bại của một bộ phim?</a:t>
            </a:r>
          </a:p>
          <a:p>
            <a:pPr>
              <a:defRPr sz="2400"/>
            </a:pPr>
            <a:r>
              <a:t>Phạm vi: Phân tích dữ liệu doanh thu, suất chiếu của phim nội địa và ngoại nhập.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của dự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Quy trình End-to-End từ dữ liệu đến mô hình.</a:t>
            </a:r>
          </a:p>
          <a:p>
            <a:pPr>
              <a:defRPr sz="2400"/>
            </a:pPr>
            <a:r>
              <a:t>Phân tích khám phá (EDA): Trả lời 5 câu hỏi cốt lõi.</a:t>
            </a:r>
          </a:p>
          <a:p>
            <a:pPr>
              <a:defRPr sz="2400"/>
            </a:pPr>
            <a:r>
              <a:t>Học máy (Machine Learning):</a:t>
            </a:r>
          </a:p>
          <a:p>
            <a:pPr>
              <a:defRPr sz="2400"/>
            </a:pPr>
            <a:r>
              <a:t>  - Hồi quy tuyến tính: Dự đoán tổng doanh thu.</a:t>
            </a:r>
          </a:p>
          <a:p>
            <a:pPr>
              <a:defRPr sz="2400"/>
            </a:pPr>
            <a:r>
              <a:t>  - Phân cụm: Phân nhóm hành vi của các phim.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Thu thập dữ liệu (Dataset)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Nguồn: Dữ liệu mô phỏng theo Box Office Vietnam (500 dòng).</a:t>
            </a:r>
          </a:p>
          <a:p>
            <a:pPr>
              <a:defRPr sz="2400"/>
            </a:pPr>
            <a:r>
              <a:t>Trường dữ liệu chính:</a:t>
            </a:r>
          </a:p>
          <a:p>
            <a:pPr>
              <a:defRPr sz="2400"/>
            </a:pPr>
            <a:r>
              <a:t>  - TenPhim, TheLoai, QuocGia</a:t>
            </a:r>
          </a:p>
          <a:p>
            <a:pPr>
              <a:defRPr sz="2400"/>
            </a:pPr>
            <a:r>
              <a:t>  - ThangKhoiChieu, SoSuatChieu, SoVeBanRa</a:t>
            </a:r>
          </a:p>
          <a:p>
            <a:pPr>
              <a:defRPr sz="2400"/>
            </a:pPr>
            <a:r>
              <a:t>  - TongDoanhThu, DoanhThu_3NgayDau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Hệ thống và Công cụ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Ngôn ngữ &amp; Môi trường: Python, Jupyter Notebook.</a:t>
            </a:r>
          </a:p>
          <a:p>
            <a:pPr>
              <a:defRPr sz="2400"/>
            </a:pPr>
            <a:r>
              <a:t>Tiền xử lý (Preprocessing): Pandas, Numpy.</a:t>
            </a:r>
          </a:p>
          <a:p>
            <a:pPr>
              <a:defRPr sz="2400"/>
            </a:pPr>
            <a:r>
              <a:t>Trực quan hoá (Visualization): Matplotlib, Seaborn.</a:t>
            </a:r>
          </a:p>
          <a:p>
            <a:pPr>
              <a:defRPr sz="2400"/>
            </a:pPr>
            <a:r>
              <a:t>Học máy (Machine Learning): Scikit-learn.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EDA 1 - Top phim doanh thu 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• Phim Việt Nam áp đảo top đầu.</a:t>
            </a:r>
          </a:p>
          <a:p>
            <a:pPr>
              <a:defRPr sz="1800"/>
            </a:pPr>
            <a:r>
              <a:t>• Các cái tên nổi bật: Mai, Bố Già, Nhà Bà Nữ, Lật Mặt.</a:t>
            </a:r>
          </a:p>
          <a:p>
            <a:pPr>
              <a:defRPr sz="1800"/>
            </a:pPr>
            <a:r>
              <a:t>• Vượt qua cả bom tấn Hollywood tại thị trường nội địa.</a:t>
            </a:r>
          </a:p>
        </p:txBody>
      </p:sp>
      <p:pic>
        <p:nvPicPr>
          <p:cNvPr id="4" name="Picture 3" descr="chart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EDA 2 - Thị phần phim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• Phim Việt Nam chiếm thị phần cực kỳ đáng kể.</a:t>
            </a:r>
          </a:p>
          <a:p>
            <a:pPr>
              <a:defRPr sz="1800"/>
            </a:pPr>
            <a:r>
              <a:t>• Mặc dù số lượng phim ít hơn phim Mỹ/Hàn, doanh thu mang lại rất cao.</a:t>
            </a:r>
          </a:p>
          <a:p>
            <a:pPr>
              <a:defRPr sz="1800"/>
            </a:pPr>
            <a:r>
              <a:t>• Chứng tỏ sức hút mãnh liệt của phim nội địa.</a:t>
            </a:r>
          </a:p>
        </p:txBody>
      </p:sp>
      <p:pic>
        <p:nvPicPr>
          <p:cNvPr id="4" name="Picture 3" descr="chart_tytr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EDA 3 - Thể loại hái ra tiền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• Hài, Gia đình và Hành động là những thể loại có doanh thu trung bình cao nhất.</a:t>
            </a:r>
          </a:p>
          <a:p>
            <a:pPr>
              <a:defRPr sz="1800"/>
            </a:pPr>
            <a:r>
              <a:t>• Khán giả chuộng tính giải trí và đồng cảm.</a:t>
            </a:r>
          </a:p>
          <a:p>
            <a:pPr>
              <a:defRPr sz="1800"/>
            </a:pPr>
            <a:r>
              <a:t>• Thể loại kén khách: Giật gân, Hàn lâm.</a:t>
            </a:r>
          </a:p>
        </p:txBody>
      </p:sp>
      <p:pic>
        <p:nvPicPr>
          <p:cNvPr id="4" name="Picture 3" descr="chart_thelo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EDA 4 - Suất chiếu &amp; Doanh thu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• Tương quan thuận rất mạnh (Hệ số Pearson &gt; 0.9).</a:t>
            </a:r>
          </a:p>
          <a:p>
            <a:pPr>
              <a:defRPr sz="1800"/>
            </a:pPr>
            <a:r>
              <a:t>• Phim được rạp ưu ái xếp nhiều suất chiếu chắc chắn có doanh thu cao.</a:t>
            </a:r>
          </a:p>
          <a:p>
            <a:pPr>
              <a:defRPr sz="1800"/>
            </a:pPr>
            <a:r>
              <a:t>• Hiệu ứng truyền miệng tốt giúp ép rạp tăng suất.</a:t>
            </a:r>
          </a:p>
        </p:txBody>
      </p:sp>
      <p:pic>
        <p:nvPicPr>
          <p:cNvPr id="4" name="Picture 3" descr="chart_suatchi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EDA 5 - Thời điểm vàng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• Hai đỉnh điểm doanh thu trong năm:</a:t>
            </a:r>
          </a:p>
          <a:p>
            <a:pPr>
              <a:defRPr sz="1800"/>
            </a:pPr>
            <a:r>
              <a:t>•   - Tháng 1 &amp; 2: Mùa phim Tết.</a:t>
            </a:r>
          </a:p>
          <a:p>
            <a:pPr>
              <a:defRPr sz="1800"/>
            </a:pPr>
            <a:r>
              <a:t>•   - Tháng 4 &amp; 7: Mùa phim bom tấn hè.</a:t>
            </a:r>
          </a:p>
          <a:p>
            <a:pPr>
              <a:defRPr sz="1800"/>
            </a:pPr>
            <a:r>
              <a:t>• Chiến lược ra rạp quyết định một nửa thành công.</a:t>
            </a:r>
          </a:p>
        </p:txBody>
      </p:sp>
      <p:pic>
        <p:nvPicPr>
          <p:cNvPr id="4" name="Picture 3" descr="chart_thoidi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- Dự đoán Doanh thu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Bài toán: Hồi quy tuyến tính (Linear Regression).</a:t>
            </a:r>
          </a:p>
          <a:p>
            <a:pPr>
              <a:defRPr sz="2400"/>
            </a:pPr>
            <a:r>
              <a:t>Input: Doanh thu &amp; Số vé 3 ngày mở màn (Opening Weekend).</a:t>
            </a:r>
          </a:p>
          <a:p>
            <a:pPr>
              <a:defRPr sz="2400"/>
            </a:pPr>
            <a:r>
              <a:t>Output: Tổng doanh thu chung cuộc.</a:t>
            </a:r>
          </a:p>
          <a:p>
            <a:pPr>
              <a:defRPr sz="2400"/>
            </a:pPr>
            <a:r>
              <a:t>Mục đích: Dự đoán sớm độ hot của phim.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Dự đoán Doanh thu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• R-Squared (R2 Score) đạt mức &gt; 0.85.</a:t>
            </a:r>
          </a:p>
          <a:p>
            <a:pPr>
              <a:defRPr sz="1800"/>
            </a:pPr>
            <a:r>
              <a:t>• Chứng minh hành vi xem phim của khán giả ảnh hưởng bởi hiệu ứng đám đông.</a:t>
            </a:r>
          </a:p>
          <a:p>
            <a:pPr>
              <a:defRPr sz="1800"/>
            </a:pPr>
            <a:r>
              <a:t>• Tuần đầu mở màn mang tính quyết định sinh tử.</a:t>
            </a:r>
          </a:p>
        </p:txBody>
      </p:sp>
      <p:pic>
        <p:nvPicPr>
          <p:cNvPr id="4" name="Picture 3" descr="chart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- Phân cụm phim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Bài toán: Phân cụm không giám sát (K-Means, K=3).</a:t>
            </a:r>
          </a:p>
          <a:p>
            <a:pPr>
              <a:defRPr sz="2400"/>
            </a:pPr>
            <a:r>
              <a:t>Đặc trưng: Suất chiếu, Doanh thu 3 ngày đầu, Số vé trung bình/suất.</a:t>
            </a:r>
          </a:p>
          <a:p>
            <a:pPr>
              <a:defRPr sz="2400"/>
            </a:pPr>
            <a:r>
              <a:t>Mục đích: Gom nhóm hành vi phòng vé.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Phân cụm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• Nhóm 1 (Bom tấn): Suất chiếu khổng lồ, cháy vé, hốt bạc nhanh.</a:t>
            </a:r>
          </a:p>
          <a:p>
            <a:pPr>
              <a:defRPr sz="1800"/>
            </a:pPr>
            <a:r>
              <a:t>• Nhóm 2 (Hạng trung): Suất chiếu vừa phải, trụ rạp ổn định.</a:t>
            </a:r>
          </a:p>
          <a:p>
            <a:pPr>
              <a:defRPr sz="1800"/>
            </a:pPr>
            <a:r>
              <a:t>• Nhóm 3 (Kén khách/Bom xịt): Ít suất chiếu, lượng vé lèo tèo.</a:t>
            </a:r>
          </a:p>
        </p:txBody>
      </p:sp>
      <p:pic>
        <p:nvPicPr>
          <p:cNvPr id="4" name="Picture 3" descr="chart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 &amp; 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Đã xây dựng thành công pipeline phân tích số liệu phòng vé.</a:t>
            </a:r>
          </a:p>
          <a:p>
            <a:pPr>
              <a:defRPr sz="2400"/>
            </a:pPr>
            <a:r>
              <a:t>Rút ra bài học: Suất chiếu và hiệu ứng truyền miệng 3 ngày đầu là chìa khoá.</a:t>
            </a:r>
          </a:p>
          <a:p>
            <a:pPr>
              <a:defRPr sz="2400"/>
            </a:pPr>
            <a:r>
              <a:t>Hướng phát triển: Kết hợp Sentiment Analysis (mạng xã hội) để dự đoán chính xác hơn.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759</Words>
  <Application>Microsoft Office PowerPoint</Application>
  <PresentationFormat>On-screen Show (4:3)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Phân tích thị trường phim chiếu rạp tại Việt Nam</vt:lpstr>
      <vt:lpstr>Giới thiệu đề tài</vt:lpstr>
      <vt:lpstr>Mục tiêu của dự án</vt:lpstr>
      <vt:lpstr>Thu thập dữ liệu (Dataset)</vt:lpstr>
      <vt:lpstr>Hệ thống và Công cụ sử dụng</vt:lpstr>
      <vt:lpstr>Kết quả EDA 1 - Top phim doanh thu cao</vt:lpstr>
      <vt:lpstr>Kết quả EDA 2 - Thị phần phim</vt:lpstr>
      <vt:lpstr>Kết quả EDA 3 - Thể loại hái ra tiền</vt:lpstr>
      <vt:lpstr>Kết quả EDA 4 - Suất chiếu &amp; Doanh thu</vt:lpstr>
      <vt:lpstr>Kết quả EDA 5 - Thời điểm vàng</vt:lpstr>
      <vt:lpstr>Machine Learning - Dự đoán Doanh thu</vt:lpstr>
      <vt:lpstr>Kết quả Dự đoán Doanh thu</vt:lpstr>
      <vt:lpstr>Machine Learning - Phân cụm phim</vt:lpstr>
      <vt:lpstr>Kết quả Phân cụm K-Means</vt:lpstr>
      <vt:lpstr>Kết luận &amp; Hướng phát triển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Ninh Hầu Nhật</cp:lastModifiedBy>
  <cp:revision>2</cp:revision>
  <dcterms:created xsi:type="dcterms:W3CDTF">2013-01-27T09:14:16Z</dcterms:created>
  <dcterms:modified xsi:type="dcterms:W3CDTF">2026-06-20T08:40:01Z</dcterms:modified>
  <cp:category/>
</cp:coreProperties>
</file>